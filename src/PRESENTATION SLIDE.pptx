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49" autoAdjust="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22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37"/>
            <a:ext cx="12191695" cy="6858000"/>
          </a:xfrm>
          <a:prstGeom prst="rect">
            <a:avLst/>
          </a:prstGeom>
          <a:solidFill>
            <a:srgbClr val="11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9784080" y="-548640"/>
            <a:ext cx="2834640" cy="2834640"/>
          </a:xfrm>
          <a:prstGeom prst="ellipse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89920" y="5394960"/>
            <a:ext cx="2103120" cy="2103120"/>
          </a:xfrm>
          <a:prstGeom prst="ellipse">
            <a:avLst/>
          </a:prstGeom>
          <a:solidFill>
            <a:srgbClr val="30C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731520" y="5303520"/>
            <a:ext cx="1828800" cy="1828800"/>
          </a:xfrm>
          <a:prstGeom prst="ellipse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1041" y="1889342"/>
            <a:ext cx="101473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rPr sz="4800" dirty="0"/>
              <a:t>DOCUMENTATION &amp;</a:t>
            </a:r>
            <a:r>
              <a:rPr lang="en-IN" sz="4800" dirty="0"/>
              <a:t> DEMONSTRATION</a:t>
            </a:r>
            <a:endParaRPr sz="4800" dirty="0"/>
          </a:p>
        </p:txBody>
      </p:sp>
      <p:sp>
        <p:nvSpPr>
          <p:cNvPr id="7" name="TextBox 6"/>
          <p:cNvSpPr txBox="1"/>
          <p:nvPr/>
        </p:nvSpPr>
        <p:spPr>
          <a:xfrm>
            <a:off x="751041" y="3274116"/>
            <a:ext cx="10964989" cy="12618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0C3DA"/>
                </a:solidFill>
              </a:defRPr>
            </a:pPr>
            <a:r>
              <a:rPr sz="4000" dirty="0"/>
              <a:t>Blockchain-Based Academic Certificate Verification</a:t>
            </a:r>
          </a:p>
          <a:p>
            <a:pPr>
              <a:defRPr sz="1800">
                <a:solidFill>
                  <a:srgbClr val="D2E1E8"/>
                </a:solidFill>
              </a:defRPr>
            </a:pPr>
            <a:r>
              <a:rPr sz="3600" dirty="0"/>
              <a:t>Verify Engine Workspace Terminal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C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19309" y="412254"/>
            <a:ext cx="512255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11C34"/>
                </a:solidFill>
                <a:latin typeface="Aptos Display"/>
              </a:defRPr>
            </a:pPr>
            <a:r>
              <a:rPr sz="5400" dirty="0">
                <a:solidFill>
                  <a:srgbClr val="7030A0"/>
                </a:solidFill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507" y="1554480"/>
            <a:ext cx="10424160" cy="3775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rPr sz="2800" dirty="0"/>
              <a:t>Verify Engine is a Flask-based academic certificate verification system.</a:t>
            </a:r>
          </a:p>
          <a:p>
            <a:pPr>
              <a:spcAft>
                <a:spcPts val="13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rPr sz="2800" dirty="0"/>
              <a:t>Users can register, log in and access a secure verification dashboard.</a:t>
            </a:r>
          </a:p>
          <a:p>
            <a:pPr>
              <a:spcAft>
                <a:spcPts val="13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rPr sz="2800" dirty="0"/>
              <a:t>Certificates are verified using student records stored in an Excel database.</a:t>
            </a:r>
          </a:p>
          <a:p>
            <a:pPr>
              <a:spcAft>
                <a:spcPts val="13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rPr sz="2800" dirty="0"/>
              <a:t>PDF text is extracted using PyPDF2 and scanned certificates use Tesseract OCR.</a:t>
            </a:r>
          </a:p>
          <a:p>
            <a:pPr>
              <a:spcAft>
                <a:spcPts val="13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rPr sz="2800" dirty="0"/>
              <a:t>An AI Assistant helps users understand and navigate the application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C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80327" y="754148"/>
            <a:ext cx="403104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11C34"/>
                </a:solidFill>
                <a:latin typeface="Aptos Display"/>
              </a:defRPr>
            </a:pPr>
            <a:r>
              <a:rPr sz="3600" dirty="0">
                <a:solidFill>
                  <a:srgbClr val="7030A0"/>
                </a:solidFill>
              </a:rP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2103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91440" cy="2011680"/>
          </a:xfrm>
          <a:prstGeom prst="rect">
            <a:avLst/>
          </a:prstGeom>
          <a:solidFill>
            <a:srgbClr val="30C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313432"/>
            <a:ext cx="1691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C34"/>
                </a:solidFill>
              </a:defRPr>
            </a:pPr>
            <a: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1691639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3041"/>
                </a:solidFill>
              </a:defRPr>
            </a:pPr>
            <a:r>
              <a:t>Register / Login</a:t>
            </a:r>
            <a:br/>
            <a:r>
              <a:t>Upload Certificate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148840"/>
            <a:ext cx="2103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08960" y="2148840"/>
            <a:ext cx="91440" cy="201168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7560" y="2313432"/>
            <a:ext cx="1691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C34"/>
                </a:solidFill>
              </a:defRPr>
            </a:pPr>
            <a:r>
              <a:t>FLASK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788920"/>
            <a:ext cx="1691639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3041"/>
                </a:solidFill>
              </a:defRPr>
            </a:pPr>
            <a:r>
              <a:t>Routes + Session</a:t>
            </a:r>
            <a:br/>
            <a:r>
              <a:t>Dashboard 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2148840"/>
            <a:ext cx="2103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577840" y="2148840"/>
            <a:ext cx="91440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06440" y="2313432"/>
            <a:ext cx="1691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C34"/>
                </a:solidFill>
              </a:defRPr>
            </a:pPr>
            <a:r>
              <a:t>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788920"/>
            <a:ext cx="1691639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3041"/>
                </a:solidFill>
              </a:defRPr>
            </a:pPr>
            <a:r>
              <a:t>PyPDF2</a:t>
            </a:r>
            <a:br/>
            <a:r>
              <a:t>Tesseract OCR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148840"/>
            <a:ext cx="2103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0" y="2148840"/>
            <a:ext cx="91440" cy="201168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2313432"/>
            <a:ext cx="1691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C34"/>
                </a:solidFill>
              </a:defRPr>
            </a:pPr>
            <a:r>
              <a:t>DATA +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788920"/>
            <a:ext cx="1691639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3041"/>
                </a:solidFill>
              </a:defRPr>
            </a:pPr>
            <a:r>
              <a:t>students.xlsx</a:t>
            </a:r>
            <a:br/>
            <a:r>
              <a:t>OpenAI Chat API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743200" y="2880360"/>
            <a:ext cx="320040" cy="320040"/>
          </a:xfrm>
          <a:prstGeom prst="rightArrow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5212080" y="2880360"/>
            <a:ext cx="320040" cy="320040"/>
          </a:xfrm>
          <a:prstGeom prst="rightArrow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ight Arrow 23"/>
          <p:cNvSpPr/>
          <p:nvPr/>
        </p:nvSpPr>
        <p:spPr>
          <a:xfrm>
            <a:off x="7680960" y="2880360"/>
            <a:ext cx="320040" cy="320040"/>
          </a:xfrm>
          <a:prstGeom prst="rightArrow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C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03828" y="342942"/>
            <a:ext cx="502996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11C34"/>
                </a:solidFill>
                <a:latin typeface="Aptos Display"/>
              </a:defRPr>
            </a:pPr>
            <a:r>
              <a:rPr sz="4400" dirty="0">
                <a:solidFill>
                  <a:srgbClr val="7030A0"/>
                </a:solidFill>
              </a:rPr>
              <a:t>Application 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846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91440" cy="1691640"/>
          </a:xfrm>
          <a:prstGeom prst="rect">
            <a:avLst/>
          </a:prstGeom>
          <a:solidFill>
            <a:srgbClr val="30C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81912"/>
            <a:ext cx="4434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C34"/>
                </a:solidFill>
              </a:defRPr>
            </a:pPr>
            <a:r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4434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3041"/>
                </a:solidFill>
              </a:defRPr>
            </a:pPr>
            <a:r>
              <a:t>/register</a:t>
            </a:r>
            <a:br/>
            <a:r>
              <a:t>/login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4846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91440" cy="169164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581912"/>
            <a:ext cx="4434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C34"/>
                </a:solidFill>
              </a:defRPr>
            </a:pPr>
            <a:r>
              <a:t>CERTIFICATE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57400"/>
            <a:ext cx="4434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3041"/>
                </a:solidFill>
              </a:defRPr>
            </a:pPr>
            <a:r>
              <a:t>Upload PDF</a:t>
            </a:r>
            <a:br/>
            <a:r>
              <a:t>Manual Details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4846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91440" cy="1691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822191"/>
            <a:ext cx="4434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C34"/>
                </a:solidFill>
              </a:defRPr>
            </a:pPr>
            <a:r>
              <a:t>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297680"/>
            <a:ext cx="4434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3041"/>
                </a:solidFill>
              </a:defRPr>
            </a:pPr>
            <a:r>
              <a:t>Live Verification</a:t>
            </a:r>
            <a:br/>
            <a:r>
              <a:t>Results Matrix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57600"/>
            <a:ext cx="4846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91440" cy="169164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822191"/>
            <a:ext cx="4434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C34"/>
                </a:solidFill>
              </a:defRPr>
            </a:pPr>
            <a:r>
              <a:t>AI 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97680"/>
            <a:ext cx="4434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3041"/>
                </a:solidFill>
              </a:defRPr>
            </a:pPr>
            <a:r>
              <a:t>/api/chat</a:t>
            </a:r>
            <a:br/>
            <a:r>
              <a:t>AI Helpdesk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C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723242" y="262448"/>
            <a:ext cx="474521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11C34"/>
                </a:solidFill>
                <a:latin typeface="Aptos Display"/>
              </a:defRPr>
            </a:pPr>
            <a:r>
              <a:rPr sz="4400" dirty="0">
                <a:solidFill>
                  <a:srgbClr val="7030A0"/>
                </a:solidFill>
              </a:rPr>
              <a:t>API Documentation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91440" cy="1828800"/>
          </a:xfrm>
          <a:prstGeom prst="rect">
            <a:avLst/>
          </a:prstGeom>
          <a:solidFill>
            <a:srgbClr val="30C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8191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C34"/>
                </a:solidFill>
              </a:defRPr>
            </a:pPr>
            <a:r>
              <a:t>ENDPOINT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2971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3041"/>
                </a:solidFill>
              </a:defRPr>
            </a:pPr>
            <a:r>
              <a:t>/api/chat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91440" cy="182880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58191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C34"/>
                </a:solidFill>
              </a:defRPr>
            </a:pPr>
            <a:r>
              <a:t>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57400"/>
            <a:ext cx="2971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3041"/>
                </a:solidFill>
              </a:defRPr>
            </a:pPr>
            <a:r>
              <a:t>POST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91440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58191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C34"/>
                </a:solidFill>
              </a:defRPr>
            </a:pPr>
            <a:r>
              <a:t>FORMAT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057400"/>
            <a:ext cx="2971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3041"/>
                </a:solidFill>
              </a:defRPr>
            </a:pPr>
            <a:r>
              <a:t>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3749039"/>
            <a:ext cx="8503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828800" y="3749039"/>
            <a:ext cx="91440" cy="150876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57400" y="3913631"/>
            <a:ext cx="8092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C34"/>
                </a:solidFill>
              </a:defRPr>
            </a:pPr>
            <a:r>
              <a:t>FUNCTION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4389120"/>
            <a:ext cx="809244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3041"/>
                </a:solidFill>
              </a:defRPr>
            </a:pPr>
            <a:r>
              <a:t>Receives a user message, sends it to the AI model and returns the generated reply to the dashboard chat interface.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267333"/>
            <a:ext cx="12191695" cy="6858000"/>
          </a:xfrm>
          <a:prstGeom prst="rect">
            <a:avLst/>
          </a:prstGeom>
          <a:solidFill>
            <a:srgbClr val="E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C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08572" y="558630"/>
            <a:ext cx="548970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11C34"/>
                </a:solidFill>
                <a:latin typeface="Aptos Display"/>
              </a:defRPr>
            </a:pPr>
            <a:r>
              <a:rPr sz="3600" dirty="0">
                <a:solidFill>
                  <a:srgbClr val="7030A0"/>
                </a:solidFill>
              </a:rPr>
              <a:t>Certificate Verification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20240"/>
            <a:ext cx="18288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920240"/>
            <a:ext cx="91440" cy="2103120"/>
          </a:xfrm>
          <a:prstGeom prst="rect">
            <a:avLst/>
          </a:prstGeom>
          <a:solidFill>
            <a:srgbClr val="30C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084832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C34"/>
                </a:solidFill>
              </a:defRPr>
            </a:pPr>
            <a:r>
              <a:t>01  Upload / 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1417320" cy="1325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3041"/>
                </a:solidFill>
              </a:defRPr>
            </a:pPr>
            <a:r>
              <a:t>Certificate or details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68879" y="2788920"/>
            <a:ext cx="365760" cy="320040"/>
          </a:xfrm>
          <a:prstGeom prst="rightArrow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880360" y="1920240"/>
            <a:ext cx="18288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80360" y="1920240"/>
            <a:ext cx="91440" cy="210312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2084832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C34"/>
                </a:solidFill>
              </a:defRPr>
            </a:pPr>
            <a:r>
              <a:t>02  Extract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560320"/>
            <a:ext cx="1417320" cy="1325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3041"/>
                </a:solidFill>
              </a:defRPr>
            </a:pPr>
            <a:r>
              <a:t>PyPDF2 / OCR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54879" y="2788920"/>
            <a:ext cx="365760" cy="320040"/>
          </a:xfrm>
          <a:prstGeom prst="rightArrow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166360" y="1920240"/>
            <a:ext cx="18288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66360" y="1920240"/>
            <a:ext cx="91440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94960" y="2084832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C34"/>
                </a:solidFill>
              </a:defRPr>
            </a:pPr>
            <a:r>
              <a:t>03  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560320"/>
            <a:ext cx="1417320" cy="1325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3041"/>
                </a:solidFill>
              </a:defRPr>
            </a:pPr>
            <a:r>
              <a:t>Compare with Excel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40880" y="2788920"/>
            <a:ext cx="365760" cy="320040"/>
          </a:xfrm>
          <a:prstGeom prst="rightArrow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452360" y="1920240"/>
            <a:ext cx="18288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52360" y="1920240"/>
            <a:ext cx="91440" cy="2103120"/>
          </a:xfrm>
          <a:prstGeom prst="rect">
            <a:avLst/>
          </a:prstGeom>
          <a:solidFill>
            <a:srgbClr val="30C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0" y="2084832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C34"/>
                </a:solidFill>
              </a:defRPr>
            </a:pPr>
            <a:r>
              <a:t>04  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560320"/>
            <a:ext cx="1417320" cy="1325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3041"/>
                </a:solidFill>
              </a:defRPr>
            </a:pPr>
            <a:r>
              <a:t>Verified / Failed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26880" y="2788920"/>
            <a:ext cx="365760" cy="320040"/>
          </a:xfrm>
          <a:prstGeom prst="rightArrow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738360" y="1920240"/>
            <a:ext cx="18288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738360" y="1920240"/>
            <a:ext cx="91440" cy="210312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66960" y="2084832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C34"/>
                </a:solidFill>
              </a:defRPr>
            </a:pPr>
            <a:r>
              <a:t>05  Display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2560320"/>
            <a:ext cx="1417320" cy="1325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3041"/>
                </a:solidFill>
              </a:defRPr>
            </a:pPr>
            <a:r>
              <a:t>Results + History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76446"/>
            <a:ext cx="12191695" cy="6858000"/>
          </a:xfrm>
          <a:prstGeom prst="rect">
            <a:avLst/>
          </a:prstGeom>
          <a:solidFill>
            <a:srgbClr val="E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C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27783" y="414199"/>
            <a:ext cx="761484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11C34"/>
                </a:solidFill>
                <a:latin typeface="Aptos Display"/>
              </a:defRPr>
            </a:pPr>
            <a:r>
              <a:rPr sz="4000" dirty="0">
                <a:solidFill>
                  <a:srgbClr val="7030A0"/>
                </a:solidFill>
              </a:rPr>
              <a:t>Sequence of Application 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424160" cy="4865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3041"/>
                </a:solidFill>
                <a:latin typeface="Aptos"/>
              </a:defRPr>
            </a:pPr>
            <a:r>
              <a:rPr sz="3200" dirty="0"/>
              <a:t>1. User registers and logs into the application.</a:t>
            </a:r>
          </a:p>
          <a:p>
            <a:pPr>
              <a:spcAft>
                <a:spcPts val="1300"/>
              </a:spcAft>
              <a:defRPr sz="2100">
                <a:solidFill>
                  <a:srgbClr val="233041"/>
                </a:solidFill>
                <a:latin typeface="Aptos"/>
              </a:defRPr>
            </a:pPr>
            <a:r>
              <a:rPr sz="3200" dirty="0"/>
              <a:t>2. Flask creates a session for the authenticated user.</a:t>
            </a:r>
          </a:p>
          <a:p>
            <a:pPr>
              <a:spcAft>
                <a:spcPts val="1300"/>
              </a:spcAft>
              <a:defRPr sz="2100">
                <a:solidFill>
                  <a:srgbClr val="233041"/>
                </a:solidFill>
                <a:latin typeface="Aptos"/>
              </a:defRPr>
            </a:pPr>
            <a:r>
              <a:rPr sz="3200" dirty="0"/>
              <a:t>3. User uploads a PDF or enters student details manually.</a:t>
            </a:r>
          </a:p>
          <a:p>
            <a:pPr>
              <a:spcAft>
                <a:spcPts val="1300"/>
              </a:spcAft>
              <a:defRPr sz="2100">
                <a:solidFill>
                  <a:srgbClr val="233041"/>
                </a:solidFill>
                <a:latin typeface="Aptos"/>
              </a:defRPr>
            </a:pPr>
            <a:r>
              <a:rPr sz="3200" dirty="0"/>
              <a:t>4. Certificate information is extracted and matched with students.xlsx.</a:t>
            </a:r>
          </a:p>
          <a:p>
            <a:pPr>
              <a:spcAft>
                <a:spcPts val="1300"/>
              </a:spcAft>
              <a:defRPr sz="2100">
                <a:solidFill>
                  <a:srgbClr val="233041"/>
                </a:solidFill>
                <a:latin typeface="Aptos"/>
              </a:defRPr>
            </a:pPr>
            <a:r>
              <a:rPr sz="3200" dirty="0"/>
              <a:t>5. Verification result is stored in session history.</a:t>
            </a:r>
          </a:p>
          <a:p>
            <a:pPr>
              <a:spcAft>
                <a:spcPts val="1300"/>
              </a:spcAft>
              <a:defRPr sz="2100">
                <a:solidFill>
                  <a:srgbClr val="233041"/>
                </a:solidFill>
                <a:latin typeface="Aptos"/>
              </a:defRPr>
            </a:pPr>
            <a:r>
              <a:rPr sz="3200" dirty="0"/>
              <a:t>6. The result is displayed in Live Verification and Operations History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C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4846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417320"/>
            <a:ext cx="91440" cy="1645920"/>
          </a:xfrm>
          <a:prstGeom prst="rect">
            <a:avLst/>
          </a:prstGeom>
          <a:solidFill>
            <a:srgbClr val="30C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581912"/>
            <a:ext cx="4434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C34"/>
                </a:solidFill>
              </a:defRPr>
            </a:pPr>
            <a:r>
              <a:t>STEP 1  • 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4348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3041"/>
                </a:solidFill>
              </a:defRPr>
            </a:pPr>
            <a:r>
              <a:t>Register a new user and log in to access the workspace.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4846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91440" cy="164592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581912"/>
            <a:ext cx="4434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C34"/>
                </a:solidFill>
              </a:defRPr>
            </a:pPr>
            <a:r>
              <a:t>STEP 2  •  CHECK CERTIFICATE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44348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3041"/>
                </a:solidFill>
              </a:defRPr>
            </a:pPr>
            <a:r>
              <a:t>Upload a PDF certificate or enter student details manually.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57600"/>
            <a:ext cx="4846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3657600"/>
            <a:ext cx="91440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822191"/>
            <a:ext cx="4434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C34"/>
                </a:solidFill>
              </a:defRPr>
            </a:pPr>
            <a:r>
              <a:t>STEP 3  •  VIEW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97680"/>
            <a:ext cx="44348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3041"/>
                </a:solidFill>
              </a:defRPr>
            </a:pPr>
            <a:r>
              <a:t>System displays Verified, Failed or Error status.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657600"/>
            <a:ext cx="4846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3657600"/>
            <a:ext cx="91440" cy="164592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3822191"/>
            <a:ext cx="4434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11C34"/>
                </a:solidFill>
              </a:defRPr>
            </a:pPr>
            <a:r>
              <a:t>STEP 4  •  AI 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297680"/>
            <a:ext cx="44348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3041"/>
                </a:solidFill>
              </a:defRPr>
            </a:pPr>
            <a:r>
              <a:t>Ask questions and receive application guidance through /api/chat.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C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73006" y="428381"/>
            <a:ext cx="541109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11C34"/>
                </a:solidFill>
                <a:latin typeface="Aptos Display"/>
              </a:defRPr>
            </a:pPr>
            <a:r>
              <a:rPr sz="3600" dirty="0">
                <a:solidFill>
                  <a:srgbClr val="7030A0"/>
                </a:solidFill>
              </a:rPr>
              <a:t>Source Code &amp; Project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424160" cy="3880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rPr sz="3200" dirty="0"/>
              <a:t>app.py — Flask application and backend routes</a:t>
            </a:r>
          </a:p>
          <a:p>
            <a:pPr>
              <a:spcAft>
                <a:spcPts val="13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rPr sz="3200" dirty="0"/>
              <a:t>templates/dashboard.html — Verification dashboard UI</a:t>
            </a:r>
          </a:p>
          <a:p>
            <a:pPr>
              <a:spcAft>
                <a:spcPts val="13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rPr sz="3200" dirty="0"/>
              <a:t>templates/register.html — User registration interface</a:t>
            </a:r>
          </a:p>
          <a:p>
            <a:pPr>
              <a:spcAft>
                <a:spcPts val="13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rPr sz="3200" dirty="0"/>
              <a:t>templates/login.html — User login interface</a:t>
            </a:r>
          </a:p>
          <a:p>
            <a:pPr>
              <a:spcAft>
                <a:spcPts val="13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rPr sz="3200" dirty="0"/>
              <a:t>data/students.xlsx — Student and certificate records</a:t>
            </a:r>
          </a:p>
          <a:p>
            <a:pPr>
              <a:spcAft>
                <a:spcPts val="13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rPr sz="3200" dirty="0"/>
              <a:t>uploads/ — Uploaded certificate files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15758"/>
            <a:ext cx="12191695" cy="6858000"/>
          </a:xfrm>
          <a:prstGeom prst="rect">
            <a:avLst/>
          </a:prstGeom>
          <a:solidFill>
            <a:srgbClr val="11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186229" y="450375"/>
            <a:ext cx="5275355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rPr sz="7200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7248" y="2265456"/>
            <a:ext cx="11592020" cy="30623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30C3DA"/>
                </a:solidFill>
              </a:defRPr>
            </a:pPr>
            <a:r>
              <a:rPr sz="3200" dirty="0"/>
              <a:t>Verify Engine provides a complete certificate verification workflow</a:t>
            </a:r>
            <a:r>
              <a:rPr dirty="0"/>
              <a:t>.</a:t>
            </a:r>
            <a:endParaRPr lang="en-IN" dirty="0"/>
          </a:p>
          <a:p>
            <a:pPr algn="ctr">
              <a:defRPr sz="2700" b="1">
                <a:solidFill>
                  <a:srgbClr val="30C3DA"/>
                </a:solidFill>
              </a:defRPr>
            </a:pPr>
            <a:endParaRPr dirty="0"/>
          </a:p>
          <a:p>
            <a:pPr algn="ctr">
              <a:defRPr sz="1900">
                <a:solidFill>
                  <a:srgbClr val="DCEBF0"/>
                </a:solidFill>
              </a:defRPr>
            </a:pPr>
            <a:r>
              <a:rPr sz="2800" dirty="0"/>
              <a:t>The project combines Flask, PDF processing, OCR, Excel-based verification and</a:t>
            </a:r>
            <a:endParaRPr lang="en-IN" sz="2800" dirty="0"/>
          </a:p>
          <a:p>
            <a:pPr algn="ctr">
              <a:defRPr sz="1900">
                <a:solidFill>
                  <a:srgbClr val="DCEBF0"/>
                </a:solidFill>
              </a:defRPr>
            </a:pPr>
            <a:r>
              <a:rPr sz="2800" dirty="0"/>
              <a:t> an AI Assistant into one practical web application</a:t>
            </a:r>
            <a:r>
              <a:rPr sz="800" dirty="0"/>
              <a:t>.</a:t>
            </a:r>
            <a:endParaRPr lang="en-IN" sz="800" dirty="0"/>
          </a:p>
          <a:p>
            <a:pPr algn="ctr">
              <a:defRPr sz="1900">
                <a:solidFill>
                  <a:srgbClr val="DCEBF0"/>
                </a:solidFill>
              </a:defRPr>
            </a:pPr>
            <a:endParaRPr lang="en-IN" sz="800" dirty="0"/>
          </a:p>
          <a:p>
            <a:pPr algn="ctr">
              <a:defRPr sz="1900">
                <a:solidFill>
                  <a:srgbClr val="DCEBF0"/>
                </a:solidFill>
              </a:defRPr>
            </a:pPr>
            <a:endParaRPr lang="en-IN" sz="800" dirty="0"/>
          </a:p>
          <a:p>
            <a:pPr algn="ctr">
              <a:defRPr sz="1900">
                <a:solidFill>
                  <a:srgbClr val="DCEBF0"/>
                </a:solidFill>
              </a:defRPr>
            </a:pPr>
            <a:endParaRPr sz="800" dirty="0"/>
          </a:p>
          <a:p>
            <a:pPr algn="ctr">
              <a:defRPr sz="2700" b="1">
                <a:solidFill>
                  <a:srgbClr val="FFFFFF"/>
                </a:solidFill>
              </a:defRPr>
            </a:pPr>
            <a:r>
              <a:rPr sz="5400" dirty="0">
                <a:solidFill>
                  <a:srgbClr val="FF0000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424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DELL</dc:creator>
  <cp:keywords/>
  <dc:description>generated using python-pptx</dc:description>
  <cp:lastModifiedBy>DELL</cp:lastModifiedBy>
  <cp:revision>5</cp:revision>
  <dcterms:created xsi:type="dcterms:W3CDTF">2013-01-27T09:14:16Z</dcterms:created>
  <dcterms:modified xsi:type="dcterms:W3CDTF">2026-07-17T17:50:30Z</dcterms:modified>
  <cp:category/>
</cp:coreProperties>
</file>